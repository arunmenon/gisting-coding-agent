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Steno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Steno: learned prompt compression for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model: the technique Shopify calls gisting.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Steno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Steno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STENO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WHAT STENO IS MADE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Five parts, all built and run on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1 · SPAN ANALYSIS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Measures what the harness re-sends on every call, and splits the fixed part from the per-session values that must stay raw.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2 · TRAINER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Adds new token rows to the model and trains them by self-distillation, with the base model frozen.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PROXY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Sits in front of the model and swaps the fixed span for the Steno tokens. The agent and serving engine are unchanged.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4 · EVALUATION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Task suites scored against the full prompt, plus a serving benchmark for throughput and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5 · AUTO LOOP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controller that provisions a GPU, trains, serves, evaluates, syncs results and tears down, with spend guards. Most experiments after the first ran through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10369296" cy="8412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compressed prompt,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Steno. Short, fixed-output replays on one GPU class, mean of three repeats; they did not measure task quality at load or isolate prefix-cache effects. On a larger H200 the peak difference was near zero (next slide).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SECOND GPU · H200 NVL, 143 GB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 a larger GPU, the peak gain was near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H100 NVL · 95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4A5A60"/>
                </a:solidFill>
                <a:latin typeface="Consolas"/>
              </a:rPr>
              <a:t>42.7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61.3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+44%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H200 NVL · 143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3FB0C6"/>
                </a:solidFill>
                <a:latin typeface="Consolas"/>
              </a:rPr>
              <a:t>85.3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83.3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−2%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peak replay requests per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The two are indistinguishable at peak on the H200: the full-prompt runs swung by up to 26 req/min between repeats of the same test, while Steno repeated almost exactly. Per rental dollar, the H100 with Steno and the H200 without it come out roughly even (appendix 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400"/>
            <a:ext cx="42062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41264"/>
            <a:ext cx="4023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two repeats · H100-tuned server settings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apply Steno 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Steno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Steno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Steno,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Steno applies where the agent calls a model whose weights we host.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Steno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Steno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Steno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Steno lifts peak replay output per dollar by about 44%. The H100 with Steno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compressed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Most experiments after the first ran through this controller rather than by hand. The next experiment will establish what transfers to a new pair and what needs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