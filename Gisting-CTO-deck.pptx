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·  mean of 3 repeats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Steno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Steno: learned prompt compression for agent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 agent re-sends to the model: the technique Shopify calls gisting. Shown on one harness and model pair; the next step tests whether it carries to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Pair studied: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Steno shortens the fixed prompt a coding agent re-sends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 Claude Code with Qwen at 8:1, input per turn fell from 24.3k to 9.4k tokens with scores matching the full prompt on our suites. Short H100 replays: 2x the request rate within each arm’s latency threshold,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pair, our own task suites, short replay windows. Savings per successful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Steno targets serving cost by shortening repeated prompts. Short H100 replays showed higher throughput; savings per successful task are not yet proven.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META-HARNESS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ADAPTIVE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MODEL DISTILLATION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39BE0"/>
                </a:solidFill>
                <a:latin typeface="Consolas"/>
              </a:rPr>
              <a:t>STENO · NEW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WHAT STENO IS MADE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Five parts, all built and run on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1 · SPAN ANALYSIS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Measures what the harness re-sends on every call, and splits the fixed part from the per-session values that must stay raw.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2 · TRAINER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Adds new token rows to the model and trains them by self-distillation, with the base model frozen.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PROXY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Sits in front of the model and swaps the fixed span for the Steno tokens. No change to the agent or the engine’s code; the served model carries the new token rows and a matching chat template.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4 · EVALUATION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Task suites scored against the full prompt, plus a serving benchmark for throughput and latency.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5 · AUTO LOOP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Scripts and a controller that provision a GPU, train, serve, evaluate, sync results and tear down, with spend guards. Most experiments after the first ran through it; a single end-to-end entry point is still to build.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SPAN, AND WHY IT IS PER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the agent re-sends, measured on one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8460028" cy="86868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83080"/>
            <a:ext cx="815827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1783080"/>
            <a:ext cx="951890" cy="86868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1783080"/>
            <a:ext cx="65013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1783080"/>
            <a:ext cx="1387144" cy="86868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1783080"/>
            <a:ext cx="108539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call, across the span configurations we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mean share of input across eight logged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51376"/>
            <a:ext cx="10369296" cy="8412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Measured on Claude Code with the Qwen tokenizer only. For each new pair, measure the repeated prompt and check which session-specific values must remain raw.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RESULTS ON THE PAIR STUDIED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All four ratios scored 12/12 on the easy suite, matching the full prompt. At 8:1, input per turn fell from 24.3k to 9.4k tokens. We selected 8:1: the tested 16:1 checkpoint delivered about 61% of its peak-throughput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On the harder suite, keeping session values such as the working path out of the compressed prompt, together with retraining, brought 8:1 to 16/16, matching the full prompt on the same host. Other run conditions also changed, and one path error remained.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3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highest tested arrival rate passing each arm’s own latency threshold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9FB2B6"/>
                </a:solidFill>
                <a:latin typeface="Calibri"/>
              </a:rPr>
              <a:t>Threshold: twice each arm’s unloaded median latency, about 8.5 s full and 8.0 s Steno. Short, fixed-output replays on one GPU class, mean of three repeats; they did not measure task quality at load or isolate prefix-cache effects. On a larger H200 the peak difference was near zero (next slide).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SECOND GPU · H200 NVL, 143 GB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On a larger GPU, the peak gain was near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H100 NVL · 95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4A5A60"/>
                </a:solidFill>
                <a:latin typeface="Consolas"/>
              </a:rPr>
              <a:t>42.7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61.3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+44%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H200 NVL · 143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3FB0C6"/>
                </a:solidFill>
                <a:latin typeface="Consolas"/>
              </a:rPr>
              <a:t>85.3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83.3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−2%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peak replay requests per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The two are indistinguishable at peak on the H200: the full-prompt runs swung by up to 26 req/min between repeats of the same test, while Steno repeated almost exactly. Per rental dollar, the H100 with Steno and the H200 without it come out roughly even (appendix 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6400"/>
            <a:ext cx="42062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41264"/>
            <a:ext cx="4023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two repeats · H100-tuned server settings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apply Steno to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Steno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fixed preamble on each call. Running the Steno recipe on it aims to reduce both model size and prompt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Steno,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Steno applies where the agent calls a model whose weights we host.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ON THIS PAIR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Easy suite: 12/12 at every ratio. Hard suite: corrected 8:1 matched the full prompt, 16/16.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At 8:1, input per turn down from 24.3k to 9.4k tokens.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Short H100 replays: 2x rate within each arm’s latency threshold, +44% peak.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 spend-safe lab that ran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Savings per successful task, and why the gain happens. An external review withdrew our first explanation.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Steno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Run the experiment suite, span study first, on the next harness and distilled-model pair. Tests whether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Subject to validation, a guarded trial in the Jetstream inner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pair. Next, test whether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9FB2B6"/>
                </a:solidFill>
                <a:latin typeface="Calibri"/>
              </a:rPr>
              <a:t>External review found a 100-connection limit in our own load generator; that limit, not the GPU, produced the number our explanation rested on. A follow-up confirmed it and we withdrew the explanation. The peak difference, measured well below that limit, survives the correction; the other measurement limits still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has 16 full-attention and 48 linear-attention layers; their contribution to the observed throughput difference has not been isolated.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Steno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Steno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Steno lifts peak replay output per dollar by about 44%. The H100 with Steno lands level with the H200 without it, so this does not show that a cheaper card can replace a pricier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compressed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to the intended path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After keeping session values raw and retraining, corrected 8:1 scored 16/16, up from 11/16 (15/15 from 11/15 excluding one defective probe). Other run conditions also changed, and one invented-path event remained.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For each new pair, check which session-specific values must remain raw.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D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lab that ran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2377440"/>
            <a:ext cx="14630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377440"/>
            <a:ext cx="1463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Most experiments after the first ran through this controller rather than by hand. The next experiment will establish what transfers to a new pair and what needs adaptation.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