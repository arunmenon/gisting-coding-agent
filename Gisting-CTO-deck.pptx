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>
                <a:solidFill>
                  <a:srgbClr val="9FB2B6"/>
                </a:solidFill>
                <a:latin typeface="Consolas"/>
              </a:rPr>
              <a:t>requests / minute vs concurrent sessions  (H100 NVL, tuned server, 3 repeats)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prompt</c:v>
                </c:pt>
              </c:strCache>
            </c:strRef>
          </c:tx>
          <c:spPr>
            <a:ln w="38100">
              <a:solidFill>
                <a:srgbClr val="4A5A6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13.1</c:v>
                </c:pt>
                <c:pt idx="1">
                  <c:v>22.7</c:v>
                </c:pt>
                <c:pt idx="2">
                  <c:v>36.9</c:v>
                </c:pt>
                <c:pt idx="3">
                  <c:v>34.7</c:v>
                </c:pt>
                <c:pt idx="4">
                  <c:v>42.7</c:v>
                </c:pt>
                <c:pt idx="5">
                  <c:v>42.7</c:v>
                </c:pt>
                <c:pt idx="6">
                  <c:v>32.0</c:v>
                </c:pt>
                <c:pt idx="7">
                  <c:v>29.3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gist 8:1</c:v>
                </c:pt>
              </c:strCache>
            </c:strRef>
          </c:tx>
          <c:spPr>
            <a:ln w="38100">
              <a:solidFill>
                <a:srgbClr val="C39BE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14.7</c:v>
                </c:pt>
                <c:pt idx="1">
                  <c:v>25.3</c:v>
                </c:pt>
                <c:pt idx="2">
                  <c:v>42.7</c:v>
                </c:pt>
                <c:pt idx="3">
                  <c:v>48.0</c:v>
                </c:pt>
                <c:pt idx="4">
                  <c:v>59.3</c:v>
                </c:pt>
                <c:pt idx="5">
                  <c:v>61.3</c:v>
                </c:pt>
                <c:pt idx="6">
                  <c:v>52.7</c:v>
                </c:pt>
                <c:pt idx="7">
                  <c:v>41.3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1B262B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9FB2B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DEVELOPMENT STUDY · SELF-HOSTED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96012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>
                <a:solidFill>
                  <a:srgbClr val="EEF3F3"/>
                </a:solidFill>
                <a:latin typeface="Georgia"/>
              </a:rPr>
              <a:t>Turning the prompt tax into GPU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Compressing a coding agent’s fixed preamble into a handful of learned “gist” tokens: what it buys, what it costs, and what to fund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778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onsolas"/>
              </a:rPr>
              <a:t>Arun Menon · arumenon@paypal.com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Claude Code → proxy → vLLM → Qwen3.8-27B (hybrid attention) · one GPU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answer in four 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At every step, the coding agent (Claude Code) re-sends the same fixed preamble to the model: ~17.5–21k tokens, over 90% tool schemas, about 0.72 of a short session.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Replace it with a few thousand learned tokens. Base model frozen; deployed in a proxy, no client or engine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2x the request rate within the latency SLO and +44% peak throughput on the same GPU (tuned server, 3 repeats). A cost lever: a cheaper GPU with gist matched a pricier one per dollar.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6287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development study: the lever is real; the dollar-per-session number is not proven yet.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You can stop here. The rest is the evidence, the catch, and what it would take to bank the saving.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COST 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Why this is a total-cost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For a self-hosted agent, serving cost is driven by how many tokens the model reads per turn, which caps how many sessions a GPU can carry. Three cost drivers; gisting acts on the first.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GPU CAPACITY  ← GISTING ACTS HERE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Token-bound. Fewer input tokens per turn → each session finishes sooner → more load per GPU before latency degrades. Measured: 2x at the SLO.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9FB2B6"/>
                </a:solidFill>
                <a:latin typeface="Consolas"/>
              </a:rPr>
              <a:t>ENGINEERING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One-time: build the proxy, the template, and the training loop. The loop is reusable across models.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1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9FB2B6"/>
                </a:solidFill>
                <a:latin typeface="Consolas"/>
              </a:rPr>
              <a:t>RISK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Compressed rules are harder to audit; the benefit is model-dependent. Managed, not eliminated.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TAX,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Most of every turn is machine-readable boilerplate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8460028" cy="1051560"/>
          </a:xfrm>
          <a:prstGeom prst="rect">
            <a:avLst/>
          </a:prstGeom>
          <a:solidFill>
            <a:srgbClr val="1F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2286000"/>
            <a:ext cx="815827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 schemas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~16,000 tokens  ·  &gt;90% of the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7540" y="2286000"/>
            <a:ext cx="951890" cy="1051560"/>
          </a:xfrm>
          <a:prstGeom prst="rect">
            <a:avLst/>
          </a:prstGeom>
          <a:solidFill>
            <a:srgbClr val="E0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92132" y="2286000"/>
            <a:ext cx="650138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~1.3k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6863" y="2286000"/>
            <a:ext cx="1387144" cy="1051560"/>
          </a:xfrm>
          <a:prstGeom prst="rect">
            <a:avLst/>
          </a:prstGeom>
          <a:solidFill>
            <a:srgbClr val="2B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1455" y="2286000"/>
            <a:ext cx="1085392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Per-session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kept 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17.5–21k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fixed tokens per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&gt;90%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is tool schemas, not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3FB0C6"/>
                </a:solidFill>
                <a:latin typeface="Consolas"/>
              </a:rPr>
              <a:t>0.72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of a short session’s 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coding-agent harness prepends the same block, byte-for-byte, on every model call. Per-session values (paths, git status, date) are split out and kept raw.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Teach the model a shorthand for the boilerplate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Grow the vocabulary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Add a few thousand new “gist” tokens, seeded from the block they replace.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5072" y="361188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Self-distil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The model matches its own behaviour (short gist vs. full block). All base weights frozen; only the new rows train.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361188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7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Serve via a proxy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The proxy swaps the span for gist tokens. No change to the client or the engine.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only trained object is a small embedding tensor: cheap to produce, cheap to serve.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PROOF ·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short prompt matched the full 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2:1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4:1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8:1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16:1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9039"/>
            <a:ext cx="10424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Every compression ratio and the full prompt scored a perfect 12 / 12 on the task suite, while input dropped from ~24k to ~9–11k tokens per turn.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4206240" cy="5029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2852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single run · small, partly-reused suite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PAYOFF (MEASURED)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saving shows up as capacity under load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201168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C39BE0"/>
                </a:solidFill>
                <a:latin typeface="Consolas"/>
              </a:rPr>
              <a:t>2x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request rate within the latency SLO (18 → 36 req/min, random arrivals)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3FB0C6"/>
                </a:solidFill>
                <a:latin typeface="Consolas"/>
              </a:rPr>
              <a:t>+44%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peak throughput, same GPU (42.7 → 61.3 req/min)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The advantage grows with load (1.12x at 1 session → 1.65x at 48) and is incremental over prefix caching: 2–4x larger when caching can't help. 201 runs, 0 failures.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CATCH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Why it’s capacity, not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This model uses full attention in only 16 of its 64 layers, and the number of sessions it can hold at once is set by a fixed per-session state, not by prompt length. A shorter prompt does not fit many more sessions; it makes each session finish sooner. The win is throughput under load, not a faster single answer.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9105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66543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203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6849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044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21424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9691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9105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66543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203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9300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6849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43984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1947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7044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593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21424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9691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1556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105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66543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4203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49300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849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43984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1947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96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7044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4593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21424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691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59105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066543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4203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1752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49300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849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4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1947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9496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7044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34593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21424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9691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7240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3949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■ full-attention layers      ■ linear-attention layers (fixed-size state).  Measured: at the resident-session ceiling both arms hold the same number of sessions; the gist turns them over faster (H200: 85 vs 50 req/min at 100 resident).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COST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Gisting lets a cheaper GPU match a pricier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16.2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full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C39BE0"/>
                </a:solidFill>
                <a:latin typeface="Consolas"/>
              </a:rPr>
              <a:t>23.2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gist 8:1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3FB0C6"/>
                </a:solidFill>
                <a:latin typeface="Consolas"/>
              </a:rPr>
              <a:t>22.5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full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22.0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gist 8:1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peak requests per minute, per dollar-hour of GPU rental (spot prices on the day of the run)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10881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EEF3F3"/>
                </a:solidFill>
                <a:latin typeface="Calibri"/>
              </a:rPr>
              <a:t>On the bigger H200 (143 GB), gist's peak gain vanished at normal load (-2%) and appeared only under pressure (3.1x at 128 sessions). On the H100 (95 GB) it was +44%. The benefit is proportional to how memory-constrained the hardware is relative to the prompt.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03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Read it as a cost lever, not a speed lever: gist on the cheaper card delivers the expensive card's throughput per dollar. Where prompts don't share prefixes (no cache help), gist's 2–4x advantage holds on any card.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We built the lab, not just the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8288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Provision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560320"/>
            <a:ext cx="12344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560320"/>
            <a:ext cx="1234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2560320"/>
            <a:ext cx="12344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2560320"/>
            <a:ext cx="1234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60320"/>
            <a:ext cx="155448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56032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56032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256032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Destroy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E08A4C"/>
                </a:solidFill>
                <a:latin typeface="Calibri"/>
              </a:rPr>
              <a:t>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78440" y="2560320"/>
            <a:ext cx="1554480" cy="960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3A4A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78440" y="256032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next recipe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77639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221A11"/>
          </a:solidFill>
          <a:ln w="12700">
            <a:solidFill>
              <a:srgbClr val="5A4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08A4C"/>
                </a:solidFill>
                <a:latin typeface="Consolas"/>
              </a:rPr>
              <a:t>SPEND-SAFETY · structural  ·  idle watchdog · ledger at creation · sync-before-destroy · global deadline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One detached controller drives every recipe end to end, unattended. Makes the next model cheap to try: the capability outlasts this study.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HONEST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What’s proven, what isn’t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57C08A"/>
                </a:solidFill>
                <a:latin typeface="Consolas"/>
              </a:rPr>
              <a:t>ESTABLISHED HERE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Equal task scores on our suites, every ratio.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Half-to-two-thirds fewer tokens read per turn.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2x load within SLO, +44% peak on a tuned server, 3 repeats, 0 failures.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Incremental over prefix caching (2–4x without it); mechanism measured.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Throughput per dollar on two GPU classes; the fix removes the path failure.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59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E3B24C"/>
                </a:solidFill>
                <a:latin typeface="Consolas"/>
              </a:rPr>
              <a:t>NOT YET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Generalisation on unseen, held-out work.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Per-hardware tuning (the H200 ran an H100-tuned config; one regression at 16 sessions).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Rare-tool reach (left unscored by harness faults).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Audit guarantees that compressed rules still bind.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807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alibri"/>
              </a:rPr>
              <a:t>An independent adversarial review of the whole program was run and folded into the writeup.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From “real lever” to a number you can budget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held-out eval with paired, repeated runs. Is the parity real beyond our own tasks?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Re-tune the server for each GPU class and re-measure; the capacity number is now measured on the H100, and the H200 showed one regression from an H100-tuned config.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19871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guarded rollout with explicit rule-audit and write-target checks at the serving boundary.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Bounded effort: a single GPU over days, not a new research program. The capacity number is measured; what remains is proof on work we did not design.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lever is real and cheap to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capacity number is measured. Fund the held-out validation and a guarded pilot.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The tooling exists, the risk is contained, and the upside is measured: 2x the load within SLO on the same GPU, or the same throughput per dollar from a cheaper GPU. What’s missing is proof on unseen work, and that is days of work away, not 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GitHub: arunmenon/gisting-coding-agent  ·  weights &amp; data on Hugging Face (private)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· THE FAILURE WE CAUGHT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failure that mattered, and the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3B24C"/>
                </a:solidFill>
                <a:latin typeface="Consolas"/>
              </a:rPr>
              <a:t>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2194560"/>
            <a:ext cx="39319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194560"/>
            <a:ext cx="3566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 + …/&lt;session-id&gt;/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9456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194560"/>
            <a:ext cx="466344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6E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29767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79191"/>
                </a:solidFill>
                <a:latin typeface="Consolas"/>
              </a:rPr>
              <a:t>writes to an invented directory  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7C08A"/>
                </a:solidFill>
                <a:latin typeface="Consolas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291840"/>
            <a:ext cx="21031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3291840"/>
            <a:ext cx="1737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291840"/>
            <a:ext cx="365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9FB2B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291840"/>
            <a:ext cx="310896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743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EF3F3"/>
                </a:solidFill>
                <a:latin typeface="Consolas"/>
              </a:rPr>
              <a:t>raw: session path, date,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9184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291840"/>
            <a:ext cx="292608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3291840"/>
            <a:ext cx="25603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writes correctly 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26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EEF3F3"/>
                </a:solidFill>
                <a:latin typeface="Calibri"/>
              </a:rPr>
              <a:t>Keeping session-specific values raw restored the score 11/16 → 16/16 at 8:1.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productionization gotcha every deployment will hit, and evidence we were looking hard, not cherry-picking.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