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 (higher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solidFill>
              <a:srgbClr val="4A5A60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16.4</c:v>
                </c:pt>
                <c:pt idx="2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</c:v>
                </c:pt>
              </c:strCache>
            </c:strRef>
          </c:tx>
          <c:spPr>
            <a:solidFill>
              <a:srgbClr val="3FB0C6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7.2</c:v>
                </c:pt>
                <c:pt idx="1">
                  <c:v>18.9</c:v>
                </c:pt>
                <c:pt idx="2">
                  <c:v>23.2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EF3F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DEVELOPMENT STUDY · SELF-HOSTED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>
                <a:solidFill>
                  <a:srgbClr val="EEF3F3"/>
                </a:solidFill>
                <a:latin typeface="Georgia"/>
              </a:rPr>
              <a:t>Turning the prompt tax into GPU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Compressing a coding agent’s fixed preamble into a handful of learned “gist” tokens — what it buys, what it costs, and what to fund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Claude Code → proxy → vLLM → Qwen3.8-27B (hybrid attention) · one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At every step, the coding agent (Claude Code) re-sends the same fixed preamble to the model — ~17.5–21k tokens, over 90% tool schemas, about 0.72 of a short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Replace it with a few thousand learned tokens. Base model frozen; deployed in a proxy, no client or engine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~16% more throughput at eight concurrent sessions — capacity per GPU, not faster single replies.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development study: the lever is real; the dollar-per-session number is not proven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You can stop here. The rest is the evidence, the catch, and what it would take to bank the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this is a total-cost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For a self-hosted agent, serving cost is driven by how many tokens the model reads per turn, which caps how many sessions a GPU can carry. Three cost drivers — gisting acts on the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GPU CAPACITY  ← GISTING ACTS HERE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Token-bound. Fewer input tokens per turn → more concurrent sessions per GPU before latency degrades.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ENGINEERING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One-time: build the proxy, the template, and the training loop. The loop is reusable across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Compressed rules are harder to audit; the benefit is model-dependent. Managed, not eliminated.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turn is machine-readable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per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coding-agent harness prepends the same block, byte-for-byte, on every model call. Per-session values (paths, git status, date) are split out and kept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Teach the model a shorthand for the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507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model matches its own behaviour — short gist vs. full block. All base weights frozen; only the new rows 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361188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46888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2761488"/>
            <a:ext cx="2798064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Serve via a proxy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The proxy swaps the span for gist tokens. No change to the client or the engine.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only trained object is a small embedding tensor — cheap to produce, cheap to serve.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matched the full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424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Every compression ratio and the full prompt scored a perfect 12 / 12 on the task suite, while input dropped from ~24k to ~9–11k tokens per 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4206240" cy="502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85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 · small, partly-reused suite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saving shows up as capacity under load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Throughput rises with concurrency — and the gain grows as the service gets busier. A single reply is barely faster.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For a shared internal agent service, this is sessions per GPU — the number that sets cost.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One replay; direction, not precision.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CATCH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it’s capacity, not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This model uses full attention in only 16 of its 64 layers. A shorter prompt saves decode work only there — so the win is more sessions in parallel, not a faster individual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■ full-attention layers (where a shorter prompt helps)      ■ linear-attention layers (fixed-size state).  The benefit is architecture-dependent: a different model shifts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We built the lab, not just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56032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56032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6032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56032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56032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5603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recipe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—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detached controller drives every recipe end to end, unattended. Makes the next model cheap to try — the capability outlasts this study.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HERE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Equal task scores on our suites, every ratio.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Half-to-two-thirds fewer tokens read per turn.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Throughput rises under load; the fix removes the path failure.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tooling works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Generalisation on unseen, held-out work.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 saturation test → a real sessions-per-GPU / $ number.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cause of the serving gain (a hypothesis).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Rare-tool reach (left unscored by harness faults).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Audit guarantees that compressed rules still bind.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An independent adversarial review of the whole program was run and folded into the writeup.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From “real lever” to a number you can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held-out eval with paired, repeated runs. Is the parity real beyond our own tasks?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saturation test under sustained load. Converts “throughput direction” into sessions per GPU and a cost per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1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guarded rollout with explicit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Bounded effort: a single GPU over days, not a new research program — the loop and serving path already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lever is real and cheap to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Fund a short validation — eval + saturation — before any production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tooling exists, the risk is contained, and the upside is GPU capacity that compounds under load. What’s missing is a validated number, and that is days of work away,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GitHub: arunmenon/gisting-coding-agent  ·  weights &amp; data on Hugging Face (private)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failure that mattered — and the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productionization gotcha every deployment will hit — and evidence we were looking hard, not cherry-picking.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