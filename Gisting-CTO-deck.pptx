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0">
                <a:solidFill>
                  <a:srgbClr val="9FB2B6"/>
                </a:solidFill>
                <a:latin typeface="Consolas"/>
              </a:rPr>
              <a:t>requests / minute vs concurrent sessions  ·  mean of 3 repeats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full prompt</c:v>
                </c:pt>
              </c:strCache>
            </c:strRef>
          </c:tx>
          <c:spPr>
            <a:ln w="38100">
              <a:solidFill>
                <a:srgbClr val="4A5A60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48</c:v>
                </c:pt>
                <c:pt idx="7">
                  <c:v>64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13.1</c:v>
                </c:pt>
                <c:pt idx="1">
                  <c:v>22.7</c:v>
                </c:pt>
                <c:pt idx="2">
                  <c:v>36.9</c:v>
                </c:pt>
                <c:pt idx="3">
                  <c:v>34.7</c:v>
                </c:pt>
                <c:pt idx="4">
                  <c:v>42.7</c:v>
                </c:pt>
                <c:pt idx="5">
                  <c:v>42.7</c:v>
                </c:pt>
                <c:pt idx="6">
                  <c:v>32.0</c:v>
                </c:pt>
                <c:pt idx="7">
                  <c:v>29.3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gist 8:1</c:v>
                </c:pt>
              </c:strCache>
            </c:strRef>
          </c:tx>
          <c:spPr>
            <a:ln w="38100">
              <a:solidFill>
                <a:srgbClr val="C39BE0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48</c:v>
                </c:pt>
                <c:pt idx="7">
                  <c:v>64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14.7</c:v>
                </c:pt>
                <c:pt idx="1">
                  <c:v>25.3</c:v>
                </c:pt>
                <c:pt idx="2">
                  <c:v>42.7</c:v>
                </c:pt>
                <c:pt idx="3">
                  <c:v>48.0</c:v>
                </c:pt>
                <c:pt idx="4">
                  <c:v>59.3</c:v>
                </c:pt>
                <c:pt idx="5">
                  <c:v>61.3</c:v>
                </c:pt>
                <c:pt idx="6">
                  <c:v>52.7</c:v>
                </c:pt>
                <c:pt idx="7">
                  <c:v>41.3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1B262B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9FB2B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LATTICE · COST OPTIMIZATION · NEW PILLAR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400" b="1">
                <a:solidFill>
                  <a:srgbClr val="EEF3F3"/>
                </a:solidFill>
                <a:latin typeface="Georgia"/>
              </a:rPr>
              <a:t>Gisting: cutting the repeated prompt in agent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0"/>
            <a:ext cx="9601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A learned shorthand for the fixed preamble a coding agent re-sends to the model. Shown on one harness and model pair; the next step tests whether it carries to others.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onsolas"/>
              </a:rPr>
              <a:t>Arun Menon · arumenon@paypal.com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Pair studied: Claude Code → proxy → vLLM → Qwen3.8-27B (open weights, self-hosted)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BOTTOM LINE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answer in four lines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WHERE IT FITS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 new pillar under Lattice, alongside the meta-harness, adaptive routing and model distillation tracks. Gisting shortens the fixed prompt a coding agent re-sends to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614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217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WHAT WE SHOWED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On Claude Code with Qwen at 8:1, input per turn fell from 24.3k to 9.4k tokens with scores matching the full prompt on our suites. Short H100 replays: 2x the request rate within each arm’s latency threshold, +44% peak throughput.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3B24C"/>
                </a:solidFill>
                <a:latin typeface="Consolas"/>
              </a:rPr>
              <a:t>WHAT IT ISN’T YET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One pair, our own task suites, short replay windows. Savings per successful task are not proven, and the mechanism is still open.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3826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9429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7C08A"/>
                </a:solidFill>
                <a:latin typeface="Consolas"/>
              </a:rPr>
              <a:t>THE ASK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Run the same experiment suite on the next harness and distilled-model pair, validate on held-out work, then a guarded pilot.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LATTICE · COST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A new pillar under Lattice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Gisting targets serving cost by shortening repeated prompts. Short H100 replays showed higher throughput; savings per successful task are not yet proven.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META-HARNESS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614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6217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ADAPTIVE ROUTING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MODEL DISTILLATION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826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9429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C39BE0"/>
                </a:solidFill>
                <a:latin typeface="Consolas"/>
              </a:rPr>
              <a:t>GISTING · NEW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This deck.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SPAN, AND WHY IT IS PER 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 the agent re-sends, measured on one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8460028" cy="868680"/>
          </a:xfrm>
          <a:prstGeom prst="rect">
            <a:avLst/>
          </a:prstGeom>
          <a:solidFill>
            <a:srgbClr val="1F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1783080"/>
            <a:ext cx="815827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Tool schemas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~16,000 tokens  ·  &gt;90% of the block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27540" y="1783080"/>
            <a:ext cx="951890" cy="868680"/>
          </a:xfrm>
          <a:prstGeom prst="rect">
            <a:avLst/>
          </a:prstGeom>
          <a:solidFill>
            <a:srgbClr val="E0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92132" y="1783080"/>
            <a:ext cx="65013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Rules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~1.3k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06863" y="1783080"/>
            <a:ext cx="1387144" cy="868680"/>
          </a:xfrm>
          <a:prstGeom prst="rect">
            <a:avLst/>
          </a:prstGeom>
          <a:solidFill>
            <a:srgbClr val="2B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71455" y="1783080"/>
            <a:ext cx="108539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Per-session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kept 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8A4C"/>
                </a:solidFill>
                <a:latin typeface="Consolas"/>
              </a:rPr>
              <a:t>17.5–21k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fixed tokens per call, across the span configurations we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78892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onsolas"/>
              </a:rPr>
              <a:t>0.72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31012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mean share of input across eight logged sessions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5349240" cy="1508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151376"/>
            <a:ext cx="4837176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RECIPE USED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Base model frozen. New gist rows trained by self-distillation. A proxy swaps them in for the fixed span.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931920"/>
            <a:ext cx="5349240" cy="1508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4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4151376"/>
            <a:ext cx="4837176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08A4C"/>
                </a:solidFill>
                <a:latin typeface="Consolas"/>
              </a:rPr>
              <a:t>RERUN PER PAIR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The whole experiment suite, span study first, runs again for each harness and distilled-model pair. Needs a model whose weights we host.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235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Measured on Claude Code with the Qwen tokenizer only. For each new pair, measure the repeated prompt and check which session-specific values must remain raw.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RESULTS ON THE PAIR STUDIED · CLAUDE CODE × QWEN3.8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short prompt did the same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2:1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4:1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8:1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16:1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175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9FB2B6"/>
                </a:solidFill>
                <a:latin typeface="Calibri"/>
              </a:rPr>
              <a:t>All four ratios scored 12/12 on the easy suite, matching the full prompt. At 8:1, input per turn fell from 24.3k to 9.4k tokens. We selected 8:1: the tested 16:1 checkpoint delivered about 61% of its peak-throughput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9FB2B6"/>
                </a:solidFill>
                <a:latin typeface="Calibri"/>
              </a:rPr>
              <a:t>On the harder suite, keeping session values such as the working path out of the gist, together with retraining, brought 8:1 to 16/16, matching the full prompt on the same host. Other run conditions also changed, and one path error remained.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577840"/>
            <a:ext cx="438912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32703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single runs · small, partly reused suites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More work from the same GPU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9202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1920240"/>
            <a:ext cx="39319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00" b="1">
                <a:solidFill>
                  <a:srgbClr val="C39BE0"/>
                </a:solidFill>
                <a:latin typeface="Consolas"/>
              </a:rPr>
              <a:t>2x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150" b="0">
                <a:solidFill>
                  <a:srgbClr val="9FB2B6"/>
                </a:solidFill>
                <a:latin typeface="Consolas"/>
              </a:rPr>
              <a:t>highest tested arrival rate passing each arm’s own latency threshold (18 → 36 req/min)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00" b="1">
                <a:solidFill>
                  <a:srgbClr val="3FB0C6"/>
                </a:solidFill>
                <a:latin typeface="Consolas"/>
              </a:rPr>
              <a:t>+44%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150" b="0">
                <a:solidFill>
                  <a:srgbClr val="9FB2B6"/>
                </a:solidFill>
                <a:latin typeface="Consolas"/>
              </a:rPr>
              <a:t>peak throughput, same H100 (42.7 → 61.3 req/min)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 capacity lever, not a speed lever: a single reply is barely faster.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9FB2B6"/>
                </a:solidFill>
                <a:latin typeface="Calibri"/>
              </a:rPr>
              <a:t>Threshold: twice each arm’s unloaded median latency, about 8.5 s full and 8.0 s gist. Short, fixed-output replays on one GPU class, mean of three repeats; they did not measure task quality at load or isolate prefix-cache effects. On a larger H200 the peak difference was near zero (appendix).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SYNERGY WITHIN LATTICE ·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Distil first, then gist the distilled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64592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6459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Base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103120"/>
            <a:ext cx="146304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2103120"/>
            <a:ext cx="14630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Distil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distillation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103120"/>
            <a:ext cx="182880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1828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Student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10312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103120"/>
            <a:ext cx="13716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C39BE0"/>
                </a:solidFill>
                <a:latin typeface="Calibri"/>
              </a:rPr>
              <a:t>Gist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this recipe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0" y="2103120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103120"/>
            <a:ext cx="23774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Smaller model, shorter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6616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A distilled student model still receives the fixed preamble on each call. Running the gisting recipe on it aims to reduce both model size and prompt length.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029200"/>
            <a:ext cx="310896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084064"/>
            <a:ext cx="2926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proposal · not yet tested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WHERE IT COULD LAND ·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A first home in the Jetstream inner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0">
                <a:solidFill>
                  <a:srgbClr val="9FB2B6"/>
                </a:solidFill>
                <a:latin typeface="Calibri"/>
              </a:rPr>
              <a:t>The Jetstream inner loop takes a ticket to a PR through coding agents on different harnesses. We propose it as the first place to trial gisting, one harness and model pair at a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657600"/>
            <a:ext cx="146304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12463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Gisting applies where the agent calls a model whose weights we host.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HONEST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What’s proven, what isn’t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257800" cy="41148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70916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57C08A"/>
                </a:solidFill>
                <a:latin typeface="Consolas"/>
              </a:rPr>
              <a:t>ESTABLISHED ON THIS PAIR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Easy suite: 12/12 at every ratio. Hard suite: corrected 8:1 matched the full prompt, 16/16.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At 8:1, input per turn down from 24.3k to 9.4k tokens.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Short H100 replays: 2x rate within each arm’s latency threshold, +44% peak.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A spend-safe lab that ran the recipe end to 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65960"/>
            <a:ext cx="5257800" cy="41148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59" y="2194560"/>
            <a:ext cx="470916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E3B24C"/>
                </a:solidFill>
                <a:latin typeface="Consolas"/>
              </a:rPr>
              <a:t>NOT YET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The experiment suite on a second harness and distilled-model pair.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Quality on held-out work, and at production load.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Savings per successful task, and why the gain happens. An external review withdrew our first explanation.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Audit that compressed rules still bind.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Make gisting a Lattice pillar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1 · NEXT PAIR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Run the experiment suite, span study first, on the next harness and distilled-model pair. Tests whether the recipe carries.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160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4192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2 · VALIDATE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Held-out tasks, repeated runs, and quality checked at production 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2271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3 · GUARDED PILOT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Subject to validation, a guarded trial in the Jetstream inner loop.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The lever is real on one pair. Next, test whether it carries to a distilled model on another harness.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White paper, code and results: GitHub arunmenon/gisting-coding-agent  ·  weights and data on Hugging Face (private)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A · A CORRECTION WE MADE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Our first explanation of the gain was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0">
                <a:solidFill>
                  <a:srgbClr val="9FB2B6"/>
                </a:solidFill>
                <a:latin typeface="Calibri"/>
              </a:rPr>
              <a:t>External review found a 100-connection limit in our own load generator; that limit, not the GPU, produced the number our explanation rested on. A follow-up confirmed it and we withdrew the explanation. The peak difference, measured well below that limit, survives the correction; the other measurement limits still apply.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5568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91056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66543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42032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68496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43984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19472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70448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21424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96912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5568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91056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66543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542032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1752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93008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68496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43984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919472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9496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870448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45936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21424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296912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77240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008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15568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1056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66543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542032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01752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493008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968496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43984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919472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9496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70448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45936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21424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296912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008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115568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591056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066543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42032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01752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493008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968496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443984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919472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39496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870448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345936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821424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296912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77240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model has 16 full-attention and 48 linear-attention layers; their contribution to the observed throughput difference has not been isolated.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B · COST PER RENTAL DOLLAR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Roughly even across the two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4A5A60"/>
                </a:solidFill>
                <a:latin typeface="Consolas"/>
              </a:rPr>
              <a:t>16.16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H100 · full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C39BE0"/>
                </a:solidFill>
                <a:latin typeface="Consolas"/>
              </a:rPr>
              <a:t>23.23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H100 · gist 8:1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3FB0C6"/>
                </a:solidFill>
                <a:latin typeface="Consolas"/>
              </a:rPr>
              <a:t>23.38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H200 · full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4A5A60"/>
                </a:solidFill>
                <a:latin typeface="Consolas"/>
              </a:rPr>
              <a:t>22.83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H200 · gist 8:1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peak replay requests per minute per dollar-hour, quoted prices: H100 $2.64/h, H200 $3.65/h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3192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EEF3F3"/>
                </a:solidFill>
                <a:latin typeface="Calibri"/>
              </a:rPr>
              <a:t>On the H100 the gist lifts peak replay output per dollar by about 44%. The H100 with the gist lands level with the H200 without it, so this does not show that a cheaper card can replace a pricier 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C · THE FAILURE WE CAUGHT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 to keep out of the gist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3B24C"/>
                </a:solidFill>
                <a:latin typeface="Consolas"/>
              </a:rPr>
              <a:t>BEFORE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2194560"/>
            <a:ext cx="39319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194560"/>
            <a:ext cx="3566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gist: rules + …/&lt;session-id&gt;/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19456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194560"/>
            <a:ext cx="466344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6E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297679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79191"/>
                </a:solidFill>
                <a:latin typeface="Consolas"/>
              </a:rPr>
              <a:t>writes to an invented directory   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7C08A"/>
                </a:solidFill>
                <a:latin typeface="Consolas"/>
              </a:rPr>
              <a:t>AFTER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291840"/>
            <a:ext cx="21031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3291840"/>
            <a:ext cx="1737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gist: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291840"/>
            <a:ext cx="3657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9FB2B6"/>
                </a:solidFill>
                <a:latin typeface="Calibri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291840"/>
            <a:ext cx="310896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291840"/>
            <a:ext cx="2743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EF3F3"/>
                </a:solidFill>
                <a:latin typeface="Consolas"/>
              </a:rPr>
              <a:t>raw: session path, date,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9184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3291840"/>
            <a:ext cx="292608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3291840"/>
            <a:ext cx="25603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writes to the intended path  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3484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EEF3F3"/>
                </a:solidFill>
                <a:latin typeface="Calibri"/>
              </a:rPr>
              <a:t>After keeping session values raw and retraining, corrected 8:1 scored 16/16, up from 11/16 (15/15 from 11/15 excluding one defective probe). Other run conditions also changed, and one invented-path event remained.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For each new pair, check which session-specific values must remain raw.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D · THE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lab that ran this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18288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8288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Provision GPU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2377440"/>
            <a:ext cx="155448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237744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2377440"/>
            <a:ext cx="14630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0" y="2377440"/>
            <a:ext cx="14630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Destroy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49039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221A11"/>
          </a:solidFill>
          <a:ln w="12700">
            <a:solidFill>
              <a:srgbClr val="5A4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749039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08A4C"/>
                </a:solidFill>
                <a:latin typeface="Consolas"/>
              </a:rPr>
              <a:t>SPEND-SAFETY · structural  ·  idle watchdog · ledger at creation · sync-before-destroy · global deadline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One controller ran this pair’s recipe end to end, unattended. The next experiment will establish what transfers to a new pair and what needs adaptation.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