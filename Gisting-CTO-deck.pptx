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vs concurrent sessions  ·  mean of 3 repeats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ln w="38100">
              <a:solidFill>
                <a:srgbClr val="4A5A6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13.1</c:v>
                </c:pt>
                <c:pt idx="1">
                  <c:v>22.7</c:v>
                </c:pt>
                <c:pt idx="2">
                  <c:v>36.9</c:v>
                </c:pt>
                <c:pt idx="3">
                  <c:v>34.7</c:v>
                </c:pt>
                <c:pt idx="4">
                  <c:v>42.7</c:v>
                </c:pt>
                <c:pt idx="5">
                  <c:v>42.7</c:v>
                </c:pt>
                <c:pt idx="6">
                  <c:v>32.0</c:v>
                </c:pt>
                <c:pt idx="7">
                  <c:v>29.3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Steno 8:1</c:v>
                </c:pt>
              </c:strCache>
            </c:strRef>
          </c:tx>
          <c:spPr>
            <a:ln w="38100">
              <a:solidFill>
                <a:srgbClr val="C39BE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14.7</c:v>
                </c:pt>
                <c:pt idx="1">
                  <c:v>25.3</c:v>
                </c:pt>
                <c:pt idx="2">
                  <c:v>42.7</c:v>
                </c:pt>
                <c:pt idx="3">
                  <c:v>48.0</c:v>
                </c:pt>
                <c:pt idx="4">
                  <c:v>59.3</c:v>
                </c:pt>
                <c:pt idx="5">
                  <c:v>61.3</c:v>
                </c:pt>
                <c:pt idx="6">
                  <c:v>52.7</c:v>
                </c:pt>
                <c:pt idx="7">
                  <c:v>41.3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 · NEW PILLAR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400" b="1">
                <a:solidFill>
                  <a:srgbClr val="EEF3F3"/>
                </a:solidFill>
                <a:latin typeface="Georgia"/>
              </a:rPr>
              <a:t>Steno: learned prompt compression for agent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learned shorthand for the fixed preamble a coding agent re-sends to the model: the technique Shopify calls gisting. Shown on one harness and model pair; the next step tests whether it carries to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Pair studied: Claude Code → proxy → vLLM → Qwen3.8-27B (open weights, self-hosted)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WHERE IT FITS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new pillar under Lattice, alongside the meta-harness, adaptive routing and model distillation tracks. Steno shortens the fixed prompt a coding agent re-sends to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614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217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WHAT WE SHOWED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 Claude Code with Qwen at 8:1, input per turn fell from 24.3k to 9.4k tokens with scores matching the full prompt on our suites. Short H100 replays: 2x the request rate within each arm’s latency threshold, +44% peak throughput.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3B24C"/>
                </a:solidFill>
                <a:latin typeface="Consolas"/>
              </a:rPr>
              <a:t>WHAT IT ISN’T YET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One pair, our own task suites, short replay windows. Savings per successful task are not proven, and the mechanism is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826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429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THE ASK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Run the same experiment suite on the next harness and distilled-model pair, validate on held-out work, then a guarded pilot.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new pillar under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Steno targets serving cost by shortening repeated prompts. Short H100 replays showed higher throughput; savings per successful task are not yet proven.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META-HARNESS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614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217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ADAPTIVE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MODEL DISTILLATION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826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429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39BE0"/>
                </a:solidFill>
                <a:latin typeface="Consolas"/>
              </a:rPr>
              <a:t>STENO · NEW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This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WHAT STENO IS MADE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Five parts, built for any harness and model pair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1 · SPAN ANALYSIS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harness adapter per harness feeds one shared analysis. It checks every call, splits the fixed part from per-session values, and fails on anything it cannot explain.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2 · TRAINER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Adds new token rows to the model and trains them by self-distillation, with the base model frozen.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PROXY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Swaps the fixed span for the Steno tokens, using the same harness adapter. No change to the agent or the engine’s code; the served model carries the new token rows.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77639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97096"/>
            <a:ext cx="4837176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4 · EVALUATION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Task suites scored against the full prompt, plus a serving benchmark for throughput and latency.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197096"/>
            <a:ext cx="4837176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5 · AUTO LOOP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One run spec drives the whole suite: span study first, budget and pass gates, verified teardown. Self-improving within bounds: failure triage, lessons turned into checks, gated promotion, and a next-recipe proposer a person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SPAN, AND WHY IT IS PER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the agent re-sends, measured on one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8460028" cy="86868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783080"/>
            <a:ext cx="815827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1783080"/>
            <a:ext cx="951890" cy="86868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1783080"/>
            <a:ext cx="65013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1783080"/>
            <a:ext cx="1387144" cy="86868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1783080"/>
            <a:ext cx="108539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fixed tokens per call, across the span configurations we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mean share of input across eight logged sessions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51376"/>
            <a:ext cx="10369296" cy="8412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RERUN PER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The whole experiment suite, span study first, runs again for each harness and distilled-model pair. Needs a model whose weights we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Measured on Claude Code with the Qwen tokenizer only. For each new pair, measure the repeated prompt and check which session-specific values must remain raw.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BRINGING A NEW HARNESS ONTO STENO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One adapter per harness, including our 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011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Harness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82880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1828800"/>
            <a:ext cx="22860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828800"/>
            <a:ext cx="2286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08A4C"/>
                </a:solidFill>
                <a:latin typeface="Calibri"/>
              </a:rPr>
              <a:t>Harness adapter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per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82880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82880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828800"/>
            <a:ext cx="2651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Shared span analysis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same for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828800"/>
            <a:ext cx="219456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18288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39BE0"/>
                </a:solidFill>
                <a:latin typeface="Calibri"/>
              </a:rPr>
              <a:t>Model adapter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per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0400"/>
            <a:ext cx="2583180" cy="20116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419856"/>
            <a:ext cx="2071116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1 · CAPTURE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Record a few real sessions of the harness.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6140" y="3200400"/>
            <a:ext cx="2583180" cy="20116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2172" y="3419856"/>
            <a:ext cx="2071116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ADAPTER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Map its requests to the common call record, and declare its per-session values.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200400"/>
            <a:ext cx="2583180" cy="20116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419856"/>
            <a:ext cx="2071116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FIXTURES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Commit sample requests with their expected parse.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8260" y="3200400"/>
            <a:ext cx="2583180" cy="20116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292" y="3419856"/>
            <a:ext cx="2071116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4 · CHECKS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Pass the every-call invariance and token-parity checks on a fresh capture.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Everything else in Steno stays unchanged. This is how in-house PayPal harnesses come onto Steno with little effort.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RESULTS ON THE PAIR STUDIED · CLAUDE CODE × QWEN3.8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did the same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All four ratios scored 12/12 on the easy suite, matching the full prompt. At 8:1, input per turn fell from 24.3k to 9.4k tokens. We selected 8:1: the tested 16:1 checkpoint delivered about 61% of its peak-throughput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On the harder suite, keeping session values such as the working path out of the compressed prompt, together with retraining, brought 8:1 to 16/16, matching the full prompt on the same host. Other run conditions also changed, and one path error remained.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438912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3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runs · small, partly reused suites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More work from the same GPU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920240"/>
            <a:ext cx="39319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C39BE0"/>
                </a:solidFill>
                <a:latin typeface="Consolas"/>
              </a:rPr>
              <a:t>2x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highest tested arrival rate passing each arm’s own latency threshold (18 → 36 req/min)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3FB0C6"/>
                </a:solidFill>
                <a:latin typeface="Consolas"/>
              </a:rPr>
              <a:t>+44%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peak throughput, same H100 (42.7 → 61.3 req/min)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capacity lever, not a speed lever: a single reply is barely faster.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9FB2B6"/>
                </a:solidFill>
                <a:latin typeface="Calibri"/>
              </a:rPr>
              <a:t>Threshold: twice each arm’s unloaded median latency, about 8.5 s full and 8.0 s Steno. Short, fixed-output replays on one GPU class, mean of three repeats; they did not measure task quality at load or isolate prefix-cache effects. On a larger H200 the peak difference was near zero (next slide).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SECOND GPU · H200 NVL, 143 GB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On a larger GPU, the peak gain was near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H100 NVL · 95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4A5A60"/>
                </a:solidFill>
                <a:latin typeface="Consolas"/>
              </a:rPr>
              <a:t>42.7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full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C39BE0"/>
                </a:solidFill>
                <a:latin typeface="Consolas"/>
              </a:rPr>
              <a:t>61.3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Steno 8:1 · +44%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288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933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H200 NVL · 143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3FB0C6"/>
                </a:solidFill>
                <a:latin typeface="Consolas"/>
              </a:rPr>
              <a:t>85.3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full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711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C39BE0"/>
                </a:solidFill>
                <a:latin typeface="Consolas"/>
              </a:rPr>
              <a:t>83.3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711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Steno 8:1 · −2%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576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peak replay requests per minute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The two are indistinguishable at peak on the H200: the full-prompt runs swung by up to 26 req/min between repeats of the same test, while Steno repeated almost exactly. Per rental dollar, the H100 with Steno and the H200 without it come out roughly even (appendix 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86400"/>
            <a:ext cx="42062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41264"/>
            <a:ext cx="4023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two repeats · H100-tuned server settings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SYNERGY WITHIN LATTICE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Distil first, then apply Steno to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64592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645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Base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10312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103120"/>
            <a:ext cx="14630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Distil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distillation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18288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1828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Student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10312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03120"/>
            <a:ext cx="1371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39BE0"/>
                </a:solidFill>
                <a:latin typeface="Calibri"/>
              </a:rPr>
              <a:t>Steno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this recipe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210312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03120"/>
            <a:ext cx="23774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Smaller model, shorter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distilled student model still receives the fixed preamble on each call. Running the Steno recipe on it aims to reduce both model size and prompt length.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029200"/>
            <a:ext cx="310896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84064"/>
            <a:ext cx="2926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 · not yet tested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WHERE IT COULD LAND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first home in the Jetstream inner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9FB2B6"/>
                </a:solidFill>
                <a:latin typeface="Calibri"/>
              </a:rPr>
              <a:t>The Jetstream inner loop takes a ticket to a PR through coding agents on different harnesses. We propose it as the first place to trial Steno, one harness and model pair at a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4630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12463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Steno applies where the agent calls a model whose weights we host.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ON THIS PAIR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Easy suite: 12/12 at every ratio. Hard suite: corrected 8:1 matched the full prompt, 16/16.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At 8:1, input per turn down from 24.3k to 9.4k tokens.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Short H100 replays: 2x rate within each arm’s latency threshold, +44% peak.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 spend-safe lab that ran the recipe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The experiment suite on a second harness and distilled-model pair.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Quality on held-out work, and at production load.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Savings per successful task, and why the gain happens. An external review withdrew our first explanation.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Audit that compressed rules still bind.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Make Steno a Lattice pillar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1 · NEXT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Write the harness adapter, then run the experiment suite, span study first, on the next harness and distilled-model pair. Tests whether the recipe carries.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Held-out tasks, repeated runs, and quality checked at production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GUARDED PILOT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Subject to validation, a guarded trial in the Jetstream inner loop.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The lever is real on one pair. Next, test whether it carries to a distilled model on another harness.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White paper, code and results: GitHub arunmenon/gisting-coding-agent  ·  weights and data on Hugging Face (private)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A · A CORRECTION WE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Our first explanation of the gain was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9FB2B6"/>
                </a:solidFill>
                <a:latin typeface="Calibri"/>
              </a:rPr>
              <a:t>External review found a 100-connection limit in our own load generator; that limit, not the GPU, produced the number our explanation rested on. A follow-up confirmed it and we withdrew the explanation. The peak difference, measured well below that limit, survives the correction; the other measurement limits still apply.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model has 16 full-attention and 48 linear-attention layers; their contribution to the observed throughput difference has not been isolated.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B · COST PER RENTAL DOLLAR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Roughly even across the two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16.16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full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C39BE0"/>
                </a:solidFill>
                <a:latin typeface="Consolas"/>
              </a:rPr>
              <a:t>23.23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Steno 8:1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3FB0C6"/>
                </a:solidFill>
                <a:latin typeface="Consolas"/>
              </a:rPr>
              <a:t>23.38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full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22.83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Steno 8:1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replay requests per minute per dollar-hour, quoted prices: H100 $2.64/h, H200 $3.65/h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EEF3F3"/>
                </a:solidFill>
                <a:latin typeface="Calibri"/>
              </a:rPr>
              <a:t>On the H100 Steno lifts peak replay output per dollar by about 44%. The H100 with Steno lands level with the H200 without it, so this does not show that a cheaper card can replace a pricier 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C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to keep out of the compressed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to the intended path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After keeping session values raw and retraining, corrected 8:1 scored 16/16, up from 11/16 (15/15 from 11/15 excluding one defective probe). Other run conditions also changed, and one invented-path event remained.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For each new pair, check which session-specific values must remain raw.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D ·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lab that ran this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237744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2377440"/>
            <a:ext cx="14630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2377440"/>
            <a:ext cx="1463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490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Most experiments after the first ran through this controller rather than by hand. The next experiment will establish what transfers to a new pair and what needs adaptation.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