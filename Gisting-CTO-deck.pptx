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 (higher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solidFill>
              <a:srgbClr val="4A5A60"/>
            </a:solidFill>
          </c:spPr>
          <c:cat>
            <c:strRef>
              <c:f>Sheet1!$A$2:$A$4</c:f>
              <c:strCache>
                <c:ptCount val="3"/>
                <c:pt idx="0">
                  <c:v>c=1</c:v>
                </c:pt>
                <c:pt idx="1">
                  <c:v>c=4</c:v>
                </c:pt>
                <c:pt idx="2">
                  <c:v>c=8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6.9</c:v>
                </c:pt>
                <c:pt idx="1">
                  <c:v>16.4</c:v>
                </c:pt>
                <c:pt idx="2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gist</c:v>
                </c:pt>
              </c:strCache>
            </c:strRef>
          </c:tx>
          <c:spPr>
            <a:solidFill>
              <a:srgbClr val="3FB0C6"/>
            </a:solidFill>
          </c:spPr>
          <c:cat>
            <c:strRef>
              <c:f>Sheet1!$A$2:$A$4</c:f>
              <c:strCache>
                <c:ptCount val="3"/>
                <c:pt idx="0">
                  <c:v>c=1</c:v>
                </c:pt>
                <c:pt idx="1">
                  <c:v>c=4</c:v>
                </c:pt>
                <c:pt idx="2">
                  <c:v>c=8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7.2</c:v>
                </c:pt>
                <c:pt idx="1">
                  <c:v>18.9</c:v>
                </c:pt>
                <c:pt idx="2">
                  <c:v>23.2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EEF3F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DEVELOPMENT STUDY · SELF-HOSTED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96012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>
                <a:solidFill>
                  <a:srgbClr val="EEF3F3"/>
                </a:solidFill>
                <a:latin typeface="Georgia"/>
              </a:rPr>
              <a:t>Turning the prompt tax into GPU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Compressing a coding agent’s fixed preamble into a handful of learned “gist” tokens — what it buys, what it costs, and what to fund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778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Claude Code → proxy → vLLM → Qwen3.8-27B (hybrid attention) · one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Every turn re-sends ~17.5–21k fixed tokens, over 90% tool schemas — about 0.72 of a short 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Replace it with a few thousand learned tokens. Base model frozen; deployed in a proxy, no client or engine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~16% more throughput at eight concurrent sessions — capacity per GPU, not faster single replies.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6287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development study: the lever is real; the dollar-per-session number is not proven yet.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You can stop here. The rest is the evidence, the catch, and what it would take to bank the saving.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COST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Why this is a total-cost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For a self-hosted agent, serving cost is driven by how many tokens the model reads per turn, which caps how many sessions a GPU can carry. Three cost drivers — gisting acts on the first.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GPU CAPACITY  ← GISTING ACTS HERE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Token-bound. Fewer input tokens per turn → more concurrent sessions per GPU before latency degrades.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9FB2B6"/>
                </a:solidFill>
                <a:latin typeface="Consolas"/>
              </a:rPr>
              <a:t>ENGINEERING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One-time: build the proxy, the template, and the training loop. The loop is reusable across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1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9FB2B6"/>
                </a:solidFill>
                <a:latin typeface="Consolas"/>
              </a:rPr>
              <a:t>RISK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Compressed rules are harder to audit; the benefit is model-dependent. Managed, not eliminated.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TAX,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Most of every turn is machine-readable boilerplate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8460028" cy="1051560"/>
          </a:xfrm>
          <a:prstGeom prst="rect">
            <a:avLst/>
          </a:prstGeom>
          <a:solidFill>
            <a:srgbClr val="1F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2286000"/>
            <a:ext cx="815827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 schemas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~16,000 tokens  ·  &gt;90% of the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7540" y="2286000"/>
            <a:ext cx="951890" cy="1051560"/>
          </a:xfrm>
          <a:prstGeom prst="rect">
            <a:avLst/>
          </a:prstGeom>
          <a:solidFill>
            <a:srgbClr val="E0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2132" y="2286000"/>
            <a:ext cx="650138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~1.3k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6863" y="2286000"/>
            <a:ext cx="1387144" cy="1051560"/>
          </a:xfrm>
          <a:prstGeom prst="rect">
            <a:avLst/>
          </a:prstGeom>
          <a:solidFill>
            <a:srgbClr val="2B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1455" y="2286000"/>
            <a:ext cx="1085392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Per-session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kept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fixed tokens per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&gt;90%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is tool schemas, not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of a short session’s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same block, byte-for-byte, on every turn. Per-session values (paths, git status, date) are split out and kept raw.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Teach the model a shorthand for the boilerplate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Grow the vocabulary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Add a few thousand new “gist” tokens, seeded from the block they replace.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5072" y="361188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Self-distil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The model matches its own behaviour — short gist vs. full block. All base weights frozen; only the new rows train.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361188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7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Serve via a proxy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The proxy swaps the span for gist tokens. No change to the client or the engine.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only trained object is a small embedding tensor — cheap to produce, cheap to serve.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PROOF ·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matched the full 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9039"/>
            <a:ext cx="10424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Every compression ratio and the full prompt scored a perfect 12 / 12 on the task suite, while input dropped from ~24k to ~9–11k tokens per turn.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4206240" cy="5029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285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 · small, partly-reused suite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PROOF · CREDIBILITY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failure that mattered — and the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3B24C"/>
                </a:solidFill>
                <a:latin typeface="Consolas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194560"/>
            <a:ext cx="39319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194560"/>
            <a:ext cx="3566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 + …/&lt;session-id&gt;/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9456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6E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29767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79191"/>
                </a:solidFill>
                <a:latin typeface="Consolas"/>
              </a:rPr>
              <a:t>writes to an invented directory  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7C08A"/>
                </a:solidFill>
                <a:latin typeface="Consolas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291840"/>
            <a:ext cx="21031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29184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291840"/>
            <a:ext cx="365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9FB2B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91840"/>
            <a:ext cx="310896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743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EF3F3"/>
                </a:solidFill>
                <a:latin typeface="Consolas"/>
              </a:rPr>
              <a:t>raw: session path, date,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9184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291840"/>
            <a:ext cx="292608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3291840"/>
            <a:ext cx="2560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writes correctly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EEF3F3"/>
                </a:solidFill>
                <a:latin typeface="Calibri"/>
              </a:rPr>
              <a:t>Keeping session-specific values raw restored the score 11/16 → 16/16 at 8:1.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productionization gotcha every deployment will hit — and evidence we were looking hard, not cherry-picking.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saving shows up as capacity under load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2194560"/>
            <a:ext cx="3840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600" b="0">
                <a:solidFill>
                  <a:srgbClr val="EEF3F3"/>
                </a:solidFill>
                <a:latin typeface="Calibri"/>
              </a:rPr>
              <a:t>Throughput rises with concurrency — and the gain grows as the service gets busier. A single reply is barely faster.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For a shared internal agent service, this is sessions per GPU — the number that sets cost.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One replay; direction, not precision.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CATCH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Why it’s capacity, not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This model uses full attention in only 16 of its 64 layers. A shorter prompt saves decode work only there — so the win is more sessions in parallel, not a faster individual answer.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3949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■ full-attention layers (where a shorter prompt helps)      ■ linear-attention layers (fixed-size state).  The benefit is architecture-dependent: a different model shifts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We built the lab, not just the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8288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Provision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56032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56032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256032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256032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60320"/>
            <a:ext cx="155448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56032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56032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256032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E08A4C"/>
                </a:solidFill>
                <a:latin typeface="Calibri"/>
              </a:rPr>
              <a:t>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78440" y="2560320"/>
            <a:ext cx="1554480" cy="960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3A4A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78440" y="256032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next recipe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77639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221A11"/>
          </a:solidFill>
          <a:ln w="12700">
            <a:solidFill>
              <a:srgbClr val="5A4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08A4C"/>
                </a:solidFill>
                <a:latin typeface="Consolas"/>
              </a:rPr>
              <a:t>SPEND-SAFETY · structural  —  idle watchdog · ledger at creation · sync-before-destroy · global deadline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One detached controller drives every recipe end to end, unattended. Makes the next model cheap to try — the capability outlasts this study.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 HERE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Equal task scores on our suites, every ratio.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Half-to-two-thirds fewer tokens read per turn.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Throughput rises under load; the fix removes the path failure.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The tooling works end to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Generalisation on unseen, held-out work.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A saturation test → a real sessions-per-GPU / $ number.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The cause of the serving gain (a hypothesis).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Rare-tool reach (left unscored by harness faults).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Audit guarantees that compressed rules still bind.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807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alibri"/>
              </a:rPr>
              <a:t>An independent adversarial review of the whole program was run and folded into the writeup.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From “real lever” to a number you can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held-out eval with paired, repeated runs. Is the parity real beyond our own tasks?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saturation test under sustained load. Converts “throughput direction” into sessions per GPU and a cost per session.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9871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guarded rollout with explicit rule-audit and write-target checks at the serving boundary.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Bounded effort: a single GPU over days, not a new research program — the loop and serving path already exist.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lever is real and cheap to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Fund a short validation — eval + saturation — before any production commitment.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The tooling exists, the risk is contained, and the upside is GPU capacity that compounds under load. What’s missing is a validated number, and that is days of work away, not 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GitHub: arunmenon/gisting-coding-agent  ·  weights &amp; data on Hugging Face (private)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