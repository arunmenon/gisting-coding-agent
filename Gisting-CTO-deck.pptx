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(H100, mean of 3 repeats)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Gisting: cutting the prompt tax every agent call pays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coding-agent harness re-sends on every model call. Proven on one harness and model pairing, and built to carry to the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First pairing: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A fourth Lattice lever. Routing and distillation cut cost per token; the meta-harness shapes calls. Gisting cuts the fixed tokens every call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On Claude Code with Qwen: task scores held at every compression ratio, input per turn more than halved, and on an H100 2x the request rate within the latency target,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One pairing, our own task suite, short replay windows. Savings per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Take the recipe to a second harness and model pairing through the meta-harness,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GISTING SITS IN LATTICE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Four levers on one cost equation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116836" cy="548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211683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onsolas"/>
              </a:rPr>
              <a:t>cost per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48356" y="1874519"/>
            <a:ext cx="411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onsolas"/>
              </a:rPr>
              <a:t>=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9836" y="1874519"/>
            <a:ext cx="982980" cy="548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59836" y="1874519"/>
            <a:ext cx="9829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onsolas"/>
              </a:rPr>
              <a:t>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4256" y="1874519"/>
            <a:ext cx="411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onsolas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45736" y="1874519"/>
            <a:ext cx="2400300" cy="548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45736" y="1874519"/>
            <a:ext cx="24003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C39BE0"/>
                </a:solidFill>
                <a:latin typeface="Consolas"/>
              </a:rPr>
              <a:t>tokens per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7476" y="1874519"/>
            <a:ext cx="411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onsolas"/>
              </a:rPr>
              <a:t>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48956" y="1874519"/>
            <a:ext cx="2258568" cy="548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8956" y="1874519"/>
            <a:ext cx="225856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onsolas"/>
              </a:rPr>
              <a:t>cost per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43200"/>
            <a:ext cx="258318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962656"/>
            <a:ext cx="207111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LATTICE META-HARNESS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calls · where they land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adapter from any harness to any model. The control point for how calls are made and which model serves them.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6140" y="2743200"/>
            <a:ext cx="258318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2172" y="2962656"/>
            <a:ext cx="207111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GISTING · THIS PILLAR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fixed tokens per call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Learned shorthand for the preamble every call repeats: tool schemas and rules.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743200"/>
            <a:ext cx="258318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962656"/>
            <a:ext cx="207111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ADAPTIVE ROUTING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cost per token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Sends each request to the cheapest model that can handle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8260" y="2743200"/>
            <a:ext cx="258318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292" y="2962656"/>
            <a:ext cx="207111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MODEL DISTILLATION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cost per token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Smaller student models for the work that allows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levers multiply rather than compete. A distilled model reached through the router still reads the full preamble on every call, unless it is gisted.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call is the same boilerplate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8460028" cy="105156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81582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2286000"/>
            <a:ext cx="951890" cy="105156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2286000"/>
            <a:ext cx="650138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2286000"/>
            <a:ext cx="1387144" cy="105156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2286000"/>
            <a:ext cx="108539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on every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Measured on Claude Code with the Qwen tokenizer. Any harness that exposes tools pays a version of this, but its size and makeup differ, so every new pairing starts with the same span study.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Four steps, most of them reusable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E08A4C"/>
                </a:solidFill>
                <a:latin typeface="Consolas"/>
              </a:rPr>
              <a:t>00 · PER PAIRING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Study the span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 what that harness re-sends, what is fixed and what is per-session, and its share of each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90672" y="267462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Grow the vocabulary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Add a few thousand new “gist” tokens, seeded from the block they replace.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9592" y="267462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Self-distil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The model learns to behave the same on the short form. Base weights frozen; only the new rows train.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67462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Swap in a proxy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The proxy replaces the preamble with gist tokens. No change to the harness or the engine.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62856"/>
            <a:ext cx="4837176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PORTABLE ACROSS PAIRINGS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Training loop, proxy, evaluation harness, and the automated GPU lab that runs them.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34340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562856"/>
            <a:ext cx="4837176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REDONE PER PAIRING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The span study for that harness and its tokenizer, then new rows trained for that model. Needs open weights we host; closed models get provider prompt caching instead.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ON THE FIRST PAIRING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Every compression ratio matched the full prompt on the task suite, while input per turn fell from ~24k to ~9–11k tokens. We run at 8:1: 16:1 bought only about 60% of the serving gain for more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one failure that mattered: session values such as the working path must stay raw. Fixing that took a harder suite from 11/16 to 16/16.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8640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41264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01168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request rate within the latency target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 The gain comes on top of prefix caching.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FB2B6"/>
                </a:solidFill>
                <a:latin typeface="Calibri"/>
              </a:rPr>
              <a:t>Short replay windows on one GPU class. On a larger H200 the peak gain was near zero, and the per-dollar comparison came out roughly even (appendix).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HOW IT COMPOUNDS WITH LATTICE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Built to plug into the other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505200" cy="2834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93136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META-HARNESS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The adapter already sits between harness and model. The gist swap is a proxy step, so it can live there and serve every harness routed through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2011680"/>
            <a:ext cx="3505200" cy="2834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231136"/>
            <a:ext cx="2993136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DISTILLATION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student model still reads the full preamble on every call. The same recipe trains rows for the student: smaller model, shorter prompt.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011680"/>
            <a:ext cx="3505200" cy="2834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231136"/>
            <a:ext cx="2993136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ADAPTIVE ROUTING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gisted endpoint becomes a cheaper target for the router, with the full-prompt path kept as a fallback.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66360"/>
            <a:ext cx="32918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2122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design fit · not yet measured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LANDS · JETSTREAM PDLC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Coding agents on many harnesses, many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505200" cy="2834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93136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INNER LOOP · TICKET TO PR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Best fit. Many short agent steps, each re-sending the same tool preamble. The closest match to what we tested.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2011680"/>
            <a:ext cx="3505200" cy="2834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231136"/>
            <a:ext cx="2993136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OUTER LOOP · VISION, PRD, HLD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Smaller fit. Fewer, document-heavy calls, where the fixed preamble is a smaller share of each call.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011680"/>
            <a:ext cx="3505200" cy="2834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231136"/>
            <a:ext cx="2993136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MEMORY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Complementary. Memory is session-specific, so it stays raw; gisting covers only what never changes. That boundary is the lesson from our one real failure.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Applies to Jetstream traffic that reaches an open-weights model we host through the meta-harness. Calls to closed models keep using provider prompt caching.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Equal task scores at every ratio on our suites.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Half to two thirds fewer tokens read per turn.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H100 replay: 2x rate within the latency target, +44% peak.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A reusable, spend-safe lab that runs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A second harness and model pairing, including its span study.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Savings per task, and why the gain happens. An external review withdrew our first explanation.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next pairing is cheap to 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37744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37744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E08A4C"/>
                </a:solidFill>
                <a:latin typeface="Calibri"/>
              </a:rPr>
              <a:t>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377440"/>
            <a:ext cx="1554480" cy="960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3A4A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next pairing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controller drives a recipe end to end, unattended. Swapping in a new harness or model changes the inputs, not the machinery.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gisting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SECOND PAIRING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Jetstream inner-loop harness on an open-weights model, through the meta-harness, starting with its span study. Proves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Inner loop, behind the meta-harness, with an automatic fallback to the full prompt.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The lever is real on one pairing. The next step is showing it travels.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External review found a 100-connection limit in our own load generator, and that limit, not the GPU, produced the number our explanation rested on. A follow-up with the limit removed confirmed it. We withdrew the explanation; the throughput figures measured below that limit stand.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mixes 16 full-attention layers with 48 linear-attention layers, which is why its behaviour under load differs from a standard transformer. Why the gist helps on it is still open.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gist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gist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the gist lifts output per dollar by about 44%. The H100 with the gist lands level with the H200 without it, so this does not yet show a cheaper card can replace a pricier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gist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correctly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EEF3F3"/>
                </a:solidFill>
                <a:latin typeface="Calibri"/>
              </a:rPr>
              <a:t>Keeping session-specific values raw restored the score 11/16 → 16/16 at 8:1.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Every new pairing will hit this boundary. It is also why memory and gisting are complementary rather than overlapping.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