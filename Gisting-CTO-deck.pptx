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 (higher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solidFill>
              <a:srgbClr val="4A5A60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16.4</c:v>
                </c:pt>
                <c:pt idx="2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</c:v>
                </c:pt>
              </c:strCache>
            </c:strRef>
          </c:tx>
          <c:spPr>
            <a:solidFill>
              <a:srgbClr val="3FB0C6"/>
            </a:solidFill>
          </c:spPr>
          <c:cat>
            <c:strRef>
              <c:f>Sheet1!$A$2:$A$4</c:f>
              <c:strCache>
                <c:ptCount val="3"/>
                <c:pt idx="0">
                  <c:v>c=1</c:v>
                </c:pt>
                <c:pt idx="1">
                  <c:v>c=4</c:v>
                </c:pt>
                <c:pt idx="2">
                  <c:v>c=8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7.2</c:v>
                </c:pt>
                <c:pt idx="1">
                  <c:v>18.9</c:v>
                </c:pt>
                <c:pt idx="2">
                  <c:v>23.2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EF3F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DEVELOPMENT STUDY · SELF-HOSTED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9601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>
                <a:solidFill>
                  <a:srgbClr val="EEF3F3"/>
                </a:solidFill>
                <a:latin typeface="Georgia"/>
              </a:rPr>
              <a:t>Turning the prompt tax into GPU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Compressing a coding agent’s fixed preamble into a handful of learned “gist” tokens — what it buys, what it costs, and what to fund next.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5778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Claude Code → proxy → vLLM → Qwen3.8-27B (hybrid attention) · one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Every turn re-sends ~17.5–21k fixed tokens, over 90% tool schemas — about 0.72 of a short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8503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Replace it with a few thousand learned tokens. Base model frozen; deployed in a proxy, no client or engine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~16% more throughput at eight concurrent sessions — capacity per GPU, not faster single replies.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1920240"/>
            <a:ext cx="2606040" cy="35661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62872" y="2139696"/>
            <a:ext cx="2093976" cy="3127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development study: the lever is real; the dollar-per-session number is not proven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You can stop here. The rest is the evidence, the catch, and what it would take to bank the saving.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COST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this is a total-cost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For a self-hosted agent, serving cost is driven by how many tokens the model reads per turn, which caps how many sessions a GPU can carry. Three cost drivers — gisting acts on the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GPU CAPACITY  ← GISTING ACTS HERE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Token-bound. Fewer input tokens per turn → more concurrent sessions per GPU before latency degrades.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7992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ENGINEERING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One-time: build the proxy, the template, and the training loop. The loop is reusable across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429000" cy="26517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3328415"/>
            <a:ext cx="2916936" cy="2212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100" b="1">
                <a:solidFill>
                  <a:srgbClr val="9FB2B6"/>
                </a:solidFill>
                <a:latin typeface="Consolas"/>
              </a:rPr>
              <a:t>RISK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Compressed rules are harder to audit; the benefit is model-dependent. Managed, not eliminated.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TAX,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turn is machine-readable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56231"/>
            <a:ext cx="6803136" cy="24656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6583680" cy="2246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65960"/>
            <a:ext cx="3840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53288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per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063240"/>
            <a:ext cx="3840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63016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160520"/>
            <a:ext cx="3840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502920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Recovered from real logged sessions: the span that is byte-identical across sessions, split from per-session values (paths, git status, date) that stay raw.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LEVER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Teach the model a shorthand for the boilerplate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56231"/>
            <a:ext cx="6986016" cy="310652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6766560" cy="2887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2011680"/>
            <a:ext cx="36576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▪  Grow the vocabulary with gist tokens, seeded from the block they replace.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▪  Self-distillation: the model matches its own behaviour, short gist vs. full block.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▪  All base weights frozen — only the new embedding rows are trained.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▪  Proxy-only deployment: no change to the client or the inference engine.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The only trained object is a small embedding tensor. Cheap to produce, cheap to serve.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matched the full prompt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011680"/>
            <a:ext cx="1737360" cy="11887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48840"/>
            <a:ext cx="17373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10424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Every compression ratio and the full prompt scored a perfect 12 / 12 on the task suite, while input dropped from ~24k to ~9–11k tokens per turn.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4206240" cy="5029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285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 · small, partly-reused suite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· CREDIBILITY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failure that mattered — and the fix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856231"/>
            <a:ext cx="6803136" cy="220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5_de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6583680" cy="19835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2011680"/>
            <a:ext cx="38404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0">
                <a:solidFill>
                  <a:srgbClr val="EEF3F3"/>
                </a:solidFill>
                <a:latin typeface="Calibri"/>
              </a:rPr>
              <a:t>A working-directory path with a session id was mistaken for fixed text and folded into the gist — so the model wrote results to invented directories.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Keep session-specific values raw by pattern.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Score recovers 11/16 → 16/16 at 8:1 (11/15 → 15/15 excluding one defective probe).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The productionization gotcha every deployment will hit — and evidence we were looking hard, not cherry-picking.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saving shows up as capacity under load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194560"/>
            <a:ext cx="3840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600" b="0">
                <a:solidFill>
                  <a:srgbClr val="EEF3F3"/>
                </a:solidFill>
                <a:latin typeface="Calibri"/>
              </a:rPr>
              <a:t>Throughput rises with concurrency — and the gain grows as the service gets busier. A single reply is barely faster.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For a shared internal agent service, this is sessions per GPU — the number that sets cost.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One replay; direction, not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CATCH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Why it’s capacity, not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This model uses full attention in only 16 of its 64 layers. A shorter prompt saves decode work only there — so the win is more sessions in parallel, not a faster individual answer.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20040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675887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15137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62686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■ full-attention layers (where a shorter prompt helps)      ■ linear-attention layers (fixed-size state).  The benefit is architecture-dependent: a different model shifts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We built the lab, not just the result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993391"/>
            <a:ext cx="7534656" cy="210854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315200" cy="18890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0">
                <a:solidFill>
                  <a:srgbClr val="EEF3F3"/>
                </a:solidFill>
                <a:latin typeface="Calibri"/>
              </a:rPr>
              <a:t>An unattended, cost-guarded loop: provision a GPU → train → serve → evaluate → destroy, then the next recipe.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Spend-safety is structural: idle watchdog, ledger, sync-before-destroy, global deadline.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Makes the next model cheap to try — the capability outlasts this study.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 HERE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Equal task scores on our suites, every ratio.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Half-to-two-thirds fewer tokens read per turn.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Throughput rises under load; the fix removes the path failure.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tooling works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Generalisation on unseen, held-out work.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 saturation test → a real sessions-per-GPU / $ number.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The cause of the serving gain (a hypothesis).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Rare-tool reach (left unscored by harness faults).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▪  Audit guarantees that compressed rules still bind.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807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alibri"/>
              </a:rPr>
              <a:t>An independent adversarial review of the whole program was run and folded into the writeup.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From “real lever” to a number you can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held-out eval with paired, repeated runs. Is the parity real beyond our own tasks?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saturation test under sustained load. Converts “throughput direction” into sessions per GPU and a cost per session.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011680"/>
            <a:ext cx="3429000" cy="31089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9871" y="2231136"/>
            <a:ext cx="2916936" cy="2670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 guarded rollout with explicit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Bounded effort: a single GPU over days, not a new research program — the loop and serving path already exist.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lever is real and cheap to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9601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Fund a short validation — eval + saturation — before any production commitment.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tooling exists, the risk is contained, and the upside is GPU capacity that compounds under load. What’s missing is a validated number, and that is days of work away, not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GitHub: arunmenon/gisting-coding-agent  ·  weights &amp; data on Hugging Face (private)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